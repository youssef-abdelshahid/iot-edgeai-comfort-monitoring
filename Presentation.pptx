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D75D2-B2A4-452D-A98A-ECE53DED7D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1984" y="2565269"/>
            <a:ext cx="8791575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IoT Temperature &amp; Humidity Monitoring System</a:t>
            </a:r>
            <a:br>
              <a:rPr lang="en-US" b="1" dirty="0"/>
            </a:br>
            <a:r>
              <a:rPr lang="en-US" b="1" dirty="0"/>
              <a:t>with AI-Based Comfort Classification</a:t>
            </a:r>
            <a:br>
              <a:rPr lang="en-US" b="1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6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61E9C-C5C5-41BE-8DBE-61C773735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A0A44-6624-4FF7-A8A2-47F35CA5D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Indoor climate affects comfort, health, and productivity</a:t>
            </a:r>
          </a:p>
          <a:p>
            <a:r>
              <a:rPr lang="en-US" dirty="0"/>
              <a:t>Raw temperature &amp; humidity are hard to interpret</a:t>
            </a:r>
          </a:p>
          <a:p>
            <a:r>
              <a:rPr lang="en-US" dirty="0"/>
              <a:t>Need for:</a:t>
            </a:r>
          </a:p>
          <a:p>
            <a:pPr lvl="1"/>
            <a:r>
              <a:rPr lang="en-US" dirty="0"/>
              <a:t>Low-cost monitoring</a:t>
            </a:r>
          </a:p>
          <a:p>
            <a:pPr lvl="1"/>
            <a:r>
              <a:rPr lang="en-US" dirty="0"/>
              <a:t>Remote access</a:t>
            </a:r>
          </a:p>
          <a:p>
            <a:pPr lvl="1"/>
            <a:r>
              <a:rPr lang="en-US" dirty="0"/>
              <a:t>Intelligent interpretation</a:t>
            </a:r>
          </a:p>
        </p:txBody>
      </p:sp>
    </p:spTree>
    <p:extLst>
      <p:ext uri="{BB962C8B-B14F-4D97-AF65-F5344CB8AC3E}">
        <p14:creationId xmlns:p14="http://schemas.microsoft.com/office/powerpoint/2010/main" val="2353888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9BE83-2907-42E4-B008-6C4DFBE7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4204D-90C4-4FE8-B15B-0BDD36B2A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Measure temperature &amp; humidity in real time</a:t>
            </a:r>
          </a:p>
          <a:p>
            <a:r>
              <a:rPr lang="en-US" dirty="0"/>
              <a:t>Upload data to the cloud via Wi-Fi</a:t>
            </a:r>
          </a:p>
          <a:p>
            <a:r>
              <a:rPr lang="en-US" dirty="0"/>
              <a:t>Apply embedded AI for comfort classification</a:t>
            </a:r>
          </a:p>
          <a:p>
            <a:r>
              <a:rPr lang="en-US" dirty="0"/>
              <a:t>Visualize data and trends remotely</a:t>
            </a:r>
          </a:p>
        </p:txBody>
      </p:sp>
    </p:spTree>
    <p:extLst>
      <p:ext uri="{BB962C8B-B14F-4D97-AF65-F5344CB8AC3E}">
        <p14:creationId xmlns:p14="http://schemas.microsoft.com/office/powerpoint/2010/main" val="112935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13620-680C-436A-B4F4-995DB5568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14607-27EC-4580-B935-39C3137C2E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System Component:</a:t>
            </a:r>
          </a:p>
          <a:p>
            <a:pPr lvl="1"/>
            <a:r>
              <a:rPr lang="en-US" sz="2400" dirty="0"/>
              <a:t>Sensor: DHT22</a:t>
            </a:r>
          </a:p>
          <a:p>
            <a:pPr lvl="1"/>
            <a:r>
              <a:rPr lang="en-US" sz="2400" dirty="0"/>
              <a:t>Controller: ESP32</a:t>
            </a:r>
          </a:p>
          <a:p>
            <a:pPr lvl="1"/>
            <a:r>
              <a:rPr lang="en-US" sz="2400" dirty="0"/>
              <a:t>AI: Embedded ML model</a:t>
            </a:r>
          </a:p>
          <a:p>
            <a:pPr lvl="1"/>
            <a:r>
              <a:rPr lang="en-US" sz="2400" dirty="0"/>
              <a:t>Cloud: Thing</a:t>
            </a:r>
          </a:p>
          <a:p>
            <a:pPr lvl="1"/>
            <a:r>
              <a:rPr lang="en-US" sz="2400" dirty="0"/>
              <a:t>Speak dashboard</a:t>
            </a:r>
          </a:p>
        </p:txBody>
      </p:sp>
    </p:spTree>
    <p:extLst>
      <p:ext uri="{BB962C8B-B14F-4D97-AF65-F5344CB8AC3E}">
        <p14:creationId xmlns:p14="http://schemas.microsoft.com/office/powerpoint/2010/main" val="3220366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49419-2B17-4F5A-A612-6D64C2969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&amp; Software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5876C-2192-46E6-84FF-9F113A926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Hardware:</a:t>
            </a:r>
          </a:p>
          <a:p>
            <a:pPr lvl="1"/>
            <a:r>
              <a:rPr lang="en-US" dirty="0"/>
              <a:t>ESP32 microcontroller</a:t>
            </a:r>
          </a:p>
          <a:p>
            <a:pPr lvl="1"/>
            <a:r>
              <a:rPr lang="en-US" dirty="0"/>
              <a:t>DHT22 sensor</a:t>
            </a:r>
          </a:p>
          <a:p>
            <a:pPr marL="0" indent="0">
              <a:buNone/>
            </a:pPr>
            <a:r>
              <a:rPr lang="en-US" dirty="0"/>
              <a:t>Software:</a:t>
            </a:r>
          </a:p>
          <a:p>
            <a:pPr lvl="1"/>
            <a:r>
              <a:rPr lang="en-US" dirty="0"/>
              <a:t>Arduino IDE</a:t>
            </a:r>
          </a:p>
          <a:p>
            <a:pPr lvl="1"/>
            <a:r>
              <a:rPr lang="en-US" dirty="0"/>
              <a:t>Embedded ML model (.h file)</a:t>
            </a:r>
          </a:p>
          <a:p>
            <a:pPr lvl="1"/>
            <a:r>
              <a:rPr lang="en-US" dirty="0" err="1"/>
              <a:t>ThingSpeak</a:t>
            </a:r>
            <a:r>
              <a:rPr lang="en-US" dirty="0"/>
              <a:t> cloud platform</a:t>
            </a:r>
          </a:p>
        </p:txBody>
      </p:sp>
    </p:spTree>
    <p:extLst>
      <p:ext uri="{BB962C8B-B14F-4D97-AF65-F5344CB8AC3E}">
        <p14:creationId xmlns:p14="http://schemas.microsoft.com/office/powerpoint/2010/main" val="164395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27200-90B8-4E34-B2EE-F7FC5B36A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75920-6CA3-4C3A-B934-14DC741EF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DHT22 reads temperature &amp; humidity</a:t>
            </a:r>
          </a:p>
          <a:p>
            <a:r>
              <a:rPr lang="en-US" dirty="0"/>
              <a:t>ESP32 runs ML model locally</a:t>
            </a:r>
          </a:p>
          <a:p>
            <a:r>
              <a:rPr lang="en-US" dirty="0"/>
              <a:t>Comfort class is predicted</a:t>
            </a:r>
          </a:p>
          <a:p>
            <a:r>
              <a:rPr lang="en-US" dirty="0"/>
              <a:t>Data sent to </a:t>
            </a:r>
            <a:r>
              <a:rPr lang="en-US" dirty="0" err="1"/>
              <a:t>ThingSpeak</a:t>
            </a:r>
            <a:endParaRPr lang="en-US" dirty="0"/>
          </a:p>
          <a:p>
            <a:r>
              <a:rPr lang="en-US" dirty="0"/>
              <a:t>Dashboard updates in real time</a:t>
            </a:r>
          </a:p>
        </p:txBody>
      </p:sp>
    </p:spTree>
    <p:extLst>
      <p:ext uri="{BB962C8B-B14F-4D97-AF65-F5344CB8AC3E}">
        <p14:creationId xmlns:p14="http://schemas.microsoft.com/office/powerpoint/2010/main" val="3894004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DEEA9-EA0E-4BB2-8B0E-0088B4A68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Comfort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418A0-739A-4903-85CE-CE46A23504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720980"/>
            <a:ext cx="9905999" cy="3541714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Model Input</a:t>
            </a:r>
          </a:p>
          <a:p>
            <a:pPr lvl="1"/>
            <a:r>
              <a:rPr lang="en-US" dirty="0"/>
              <a:t>Temperature</a:t>
            </a:r>
          </a:p>
          <a:p>
            <a:pPr lvl="1"/>
            <a:r>
              <a:rPr lang="en-US" dirty="0"/>
              <a:t>Humidity</a:t>
            </a:r>
          </a:p>
          <a:p>
            <a:pPr marL="0" indent="0">
              <a:buNone/>
            </a:pPr>
            <a:r>
              <a:rPr lang="en-US" b="1" dirty="0"/>
              <a:t>Model Output</a:t>
            </a:r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B4C220-003C-4988-B0FB-AE813FD84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004453"/>
              </p:ext>
            </p:extLst>
          </p:nvPr>
        </p:nvGraphicFramePr>
        <p:xfrm>
          <a:off x="1141413" y="3649551"/>
          <a:ext cx="9906000" cy="1463040"/>
        </p:xfrm>
        <a:graphic>
          <a:graphicData uri="http://schemas.openxmlformats.org/drawingml/2006/table">
            <a:tbl>
              <a:tblPr/>
              <a:tblGrid>
                <a:gridCol w="4953000">
                  <a:extLst>
                    <a:ext uri="{9D8B030D-6E8A-4147-A177-3AD203B41FA5}">
                      <a16:colId xmlns:a16="http://schemas.microsoft.com/office/drawing/2014/main" val="4178529950"/>
                    </a:ext>
                  </a:extLst>
                </a:gridCol>
                <a:gridCol w="4953000">
                  <a:extLst>
                    <a:ext uri="{9D8B030D-6E8A-4147-A177-3AD203B41FA5}">
                      <a16:colId xmlns:a16="http://schemas.microsoft.com/office/drawing/2014/main" val="32495364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Label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42237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Comfortable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5491171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Uncomfortable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8202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Warm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85093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3635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045F6-1E2F-464C-B15E-990A11742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ThingSpeak</a:t>
            </a:r>
            <a:r>
              <a:rPr lang="en-US" dirty="0"/>
              <a:t>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FB4E6-0572-404A-96DD-353644900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Real-time temperature &amp; humidity graphs</a:t>
            </a:r>
          </a:p>
          <a:p>
            <a:r>
              <a:rPr lang="en-US" dirty="0"/>
              <a:t>Comfort class visualization</a:t>
            </a:r>
          </a:p>
          <a:p>
            <a:r>
              <a:rPr lang="en-US" dirty="0"/>
              <a:t>AI probability plots</a:t>
            </a:r>
          </a:p>
          <a:p>
            <a:r>
              <a:rPr lang="en-US" dirty="0"/>
              <a:t>Long-term data logging</a:t>
            </a:r>
          </a:p>
        </p:txBody>
      </p:sp>
    </p:spTree>
    <p:extLst>
      <p:ext uri="{BB962C8B-B14F-4D97-AF65-F5344CB8AC3E}">
        <p14:creationId xmlns:p14="http://schemas.microsoft.com/office/powerpoint/2010/main" val="4229458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DB266-FC29-4F01-855B-55BCB3B4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2E0D4-3F12-4FF9-A1E0-7DAD8FB08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Smart homes</a:t>
            </a:r>
          </a:p>
          <a:p>
            <a:r>
              <a:rPr lang="en-US" dirty="0"/>
              <a:t>Greenhouses</a:t>
            </a:r>
          </a:p>
          <a:p>
            <a:r>
              <a:rPr lang="en-US" dirty="0"/>
              <a:t>Offices &amp; classrooms</a:t>
            </a:r>
          </a:p>
          <a:p>
            <a:r>
              <a:rPr lang="en-US" dirty="0"/>
              <a:t>Server rooms</a:t>
            </a:r>
          </a:p>
          <a:p>
            <a:r>
              <a:rPr lang="en-US" dirty="0"/>
              <a:t>Environmental monitoring</a:t>
            </a:r>
          </a:p>
        </p:txBody>
      </p:sp>
    </p:spTree>
    <p:extLst>
      <p:ext uri="{BB962C8B-B14F-4D97-AF65-F5344CB8AC3E}">
        <p14:creationId xmlns:p14="http://schemas.microsoft.com/office/powerpoint/2010/main" val="3696678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5CC35-9E12-4D13-B6C1-AC6943E20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C7A17-0D53-41F6-8DE9-E23661FD1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Built a complete IoT + AI system</a:t>
            </a:r>
          </a:p>
          <a:p>
            <a:r>
              <a:rPr lang="en-US" dirty="0"/>
              <a:t>Performed ML inference on ESP32</a:t>
            </a:r>
          </a:p>
          <a:p>
            <a:r>
              <a:rPr lang="en-US" dirty="0"/>
              <a:t>Enabled real-time cloud visualization</a:t>
            </a:r>
          </a:p>
          <a:p>
            <a:r>
              <a:rPr lang="en-US" dirty="0"/>
              <a:t>Provided meaningful comfort interpretation</a:t>
            </a:r>
          </a:p>
        </p:txBody>
      </p:sp>
    </p:spTree>
    <p:extLst>
      <p:ext uri="{BB962C8B-B14F-4D97-AF65-F5344CB8AC3E}">
        <p14:creationId xmlns:p14="http://schemas.microsoft.com/office/powerpoint/2010/main" val="4044299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2A233-BB9D-4EC8-A890-A3B9F3E89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9312" y="1734252"/>
            <a:ext cx="4353376" cy="2879691"/>
          </a:xfrm>
        </p:spPr>
        <p:txBody>
          <a:bodyPr>
            <a:normAutofit/>
          </a:bodyPr>
          <a:lstStyle/>
          <a:p>
            <a:r>
              <a:rPr lang="en-US" sz="54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71424314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{A1DF9AB4-609C-4CA8-962D-B6E99BBCD812}TF6d5feb1e-e145-43f1-b745-cb4b54c5ee975d365c52-ce22229b0e48</Template>
  <TotalTime>11</TotalTime>
  <Words>204</Words>
  <Application>Microsoft Office PowerPoint</Application>
  <PresentationFormat>Widescreen</PresentationFormat>
  <Paragraphs>64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Tw Cen MT</vt:lpstr>
      <vt:lpstr>Circuit</vt:lpstr>
      <vt:lpstr>IoT Temperature &amp; Humidity Monitoring System with AI-Based Comfort Classification </vt:lpstr>
      <vt:lpstr>Problem &amp; Motivation</vt:lpstr>
      <vt:lpstr>Project Objectives</vt:lpstr>
      <vt:lpstr>System Overview</vt:lpstr>
      <vt:lpstr>Hardware &amp; Software</vt:lpstr>
      <vt:lpstr>System Workflow</vt:lpstr>
      <vt:lpstr>AI Comfort Classification</vt:lpstr>
      <vt:lpstr>ThingSpeak Dashboard</vt:lpstr>
      <vt:lpstr>Applications</vt:lpstr>
      <vt:lpstr>Conclusion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Temperature &amp; Humidity Monitoring System with AI-Based Comfort Classification </dc:title>
  <dc:creator>Youssef Mohamed</dc:creator>
  <cp:lastModifiedBy>Youssef Mohamed</cp:lastModifiedBy>
  <cp:revision>3</cp:revision>
  <dcterms:created xsi:type="dcterms:W3CDTF">2025-12-23T21:33:51Z</dcterms:created>
  <dcterms:modified xsi:type="dcterms:W3CDTF">2026-01-05T15:30:00Z</dcterms:modified>
</cp:coreProperties>
</file>